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Word Count Test Presentation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12801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is a simple PPTX file created for testing word count extraction.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40080" y="2011680"/>
            <a:ext cx="5394960" cy="914400"/>
          </a:xfrm>
          <a:prstGeom prst="rect">
            <a:avLst/>
          </a:prstGeom>
          <a:solidFill>
            <a:srgbClr val="E5EEF9"/>
          </a:solidFill>
          <a:ln>
            <a:solidFill>
              <a:srgbClr val="BFD3F2"/>
            </a:solidFill>
          </a:ln>
        </p:spPr>
        <p:txBody>
          <a:bodyPr wrap="square" lIns="1016" tIns="1016" rIns="1016" bIns="1016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one contains several words in a text box.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217920" y="2011680"/>
            <a:ext cx="5303520" cy="914400"/>
          </a:xfrm>
          <a:prstGeom prst="rect">
            <a:avLst/>
          </a:prstGeom>
          <a:solidFill>
            <a:srgbClr val="EAF7EE"/>
          </a:solidFill>
          <a:ln>
            <a:solidFill>
              <a:srgbClr val="B8DFC4"/>
            </a:solidFill>
          </a:ln>
        </p:spPr>
        <p:txBody>
          <a:bodyPr wrap="square" lIns="1016" tIns="1016" rIns="1016" bIns="1016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Another text box is here to make the parser read text from multiple shapes.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Second Slide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822960" y="1371600"/>
            <a:ext cx="7772400" cy="2011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177800" indent="-177800">
              <a:buSzPct val="100000"/>
              <a:buChar char="•"/>
            </a:pPr>
            <a:r>
              <a:rPr lang="en-US" sz="19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slide includes bullet points for another test.</a:t>
            </a:r>
            <a:endParaRPr lang="en-US" sz="1900" dirty="0"/>
          </a:p>
          <a:p>
            <a:pPr marL="177800" indent="-177800">
              <a:buSzPct val="100000"/>
              <a:buChar char="•"/>
            </a:pPr>
            <a:r>
              <a:rPr lang="en-US" sz="19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PowerPoint text extraction should read these words.</a:t>
            </a:r>
            <a:endParaRPr lang="en-US" sz="1900" dirty="0"/>
          </a:p>
          <a:p>
            <a:pPr marL="177800" indent="-177800">
              <a:buSzPct val="100000"/>
              <a:buChar char="•"/>
            </a:pPr>
            <a:r>
              <a:rPr lang="en-US" sz="19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total word count should be greater than zero.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822960" y="59436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Footer text for parser validation.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Word Count Test PPTX</dc:title>
  <dc:subject>Test PPTX for word count</dc:subject>
  <dc:creator>OpenAI</dc:creator>
  <cp:lastModifiedBy>OpenAI</cp:lastModifiedBy>
  <cp:revision>1</cp:revision>
  <dcterms:created xsi:type="dcterms:W3CDTF">2026-03-10T17:44:49Z</dcterms:created>
  <dcterms:modified xsi:type="dcterms:W3CDTF">2026-03-10T17:44:49Z</dcterms:modified>
</cp:coreProperties>
</file>